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_sh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 ATTACKS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Risk by Activity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cleaning &amp; EDA practice project — Global Shark Attack File (GSAF)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Aroa   ·   Ironhack Data Analytics Bootcamp — Week 2 Quest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56692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64922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Shark Attack File (GSAF) — 7,103 recorded incidents, 1845–2026, 254 countries.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activities (swimming, surfing, diving, fishing...) carry more shark-attack risk than others.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travel/water-sports insurer wants to price shark-attack risk by activity, not with one blanket rate.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406640" y="1463040"/>
            <a:ext cx="4206240" cy="1234440"/>
          </a:xfrm>
          <a:prstGeom prst="roundRect">
            <a:avLst>
              <a:gd name="adj" fmla="val 8889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1C2933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80960" y="157276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7,103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68096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incidents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06640" y="2926080"/>
            <a:ext cx="4206240" cy="1234440"/>
          </a:xfrm>
          <a:prstGeom prst="roundRect">
            <a:avLst>
              <a:gd name="adj" fmla="val 8889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1C2933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680960" y="303580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180+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768096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records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06640" y="4389120"/>
            <a:ext cx="4206240" cy="1234440"/>
          </a:xfrm>
          <a:prstGeom prst="roundRect">
            <a:avLst>
              <a:gd name="adj" fmla="val 8889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1C2933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680960" y="449884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254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7680960" y="5166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 Attacks — Data Cleaning Practice   | 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E85D04"/>
          </a:solidFill>
          <a:ln/>
        </p:spPr>
      </p:sp>
      <p:pic>
        <p:nvPicPr>
          <p:cNvPr id="3" name="Image 0" descr="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56692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Actually Messy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C2933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categories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19842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Y/N held  Y, N, y, ' N', 'Y x 2', and even the year 2017 by mistake.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C2933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2788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ages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1729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was  "20's", "30+", "teen", "21, 34,24 &amp; 35" (multi-victim) — not a number.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8862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C2933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" y="3977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mixed date formats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2960" y="43616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timestamps, "27-Feb-25", ordinal dates with no year ("23rd June"), and ranges ("1900-1905").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C2933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duplicate categories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2960" y="55504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"Swimming" and "Swimming " (trailing space) counted as two different activities.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 Attacks — Data Cleaning Practice   | 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icon_b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56692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Cleaning Pipeline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clean_shark_data()  —  9 chained techniques in cleaning.py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4F8FA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240487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&amp; rename columns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77063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Empty/admin columns removed, headers to snake_case.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89120" y="160020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4F8FA"/>
          </a:solidFill>
          <a:ln/>
        </p:spPr>
      </p:sp>
      <p:sp>
        <p:nvSpPr>
          <p:cNvPr id="12" name="Shape 9"/>
          <p:cNvSpPr/>
          <p:nvPr/>
        </p:nvSpPr>
        <p:spPr>
          <a:xfrm>
            <a:off x="4617720" y="1828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46177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617720" y="240487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whitespace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17720" y="277063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categories silently duplicated by stray spaces.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0" y="160020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4F8FA"/>
          </a:solidFill>
          <a:ln/>
        </p:spPr>
      </p:sp>
      <p:sp>
        <p:nvSpPr>
          <p:cNvPr id="17" name="Shape 14"/>
          <p:cNvSpPr/>
          <p:nvPr/>
        </p:nvSpPr>
        <p:spPr>
          <a:xfrm>
            <a:off x="8458200" y="1828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5"/>
          <p:cNvSpPr/>
          <p:nvPr/>
        </p:nvSpPr>
        <p:spPr>
          <a:xfrm>
            <a:off x="8458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458200" y="240487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categories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458200" y="277063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/ sex / fatal mapped to a fixed set + "Unknown".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356616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4F8FA"/>
          </a:solidFill>
          <a:ln/>
        </p:spPr>
      </p:sp>
      <p:sp>
        <p:nvSpPr>
          <p:cNvPr id="22" name="Shape 19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77240" y="437083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country names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77240" y="473659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Uppercase + fix known typos.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389120" y="356616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4F8FA"/>
          </a:solidFill>
          <a:ln/>
        </p:spPr>
      </p:sp>
      <p:sp>
        <p:nvSpPr>
          <p:cNvPr id="27" name="Shape 24"/>
          <p:cNvSpPr/>
          <p:nvPr/>
        </p:nvSpPr>
        <p:spPr>
          <a:xfrm>
            <a:off x="4617720" y="3794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5"/>
          <p:cNvSpPr/>
          <p:nvPr/>
        </p:nvSpPr>
        <p:spPr>
          <a:xfrm>
            <a:off x="461772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4617720" y="437083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age extraction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617720" y="473659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a numeric age out of free text, or leaves NaN.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229600" y="356616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4F8FA"/>
          </a:solidFill>
          <a:ln/>
        </p:spPr>
      </p:sp>
      <p:sp>
        <p:nvSpPr>
          <p:cNvPr id="32" name="Shape 29"/>
          <p:cNvSpPr/>
          <p:nvPr/>
        </p:nvSpPr>
        <p:spPr>
          <a:xfrm>
            <a:off x="8458200" y="3794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3" name="Text 30"/>
          <p:cNvSpPr/>
          <p:nvPr/>
        </p:nvSpPr>
        <p:spPr>
          <a:xfrm>
            <a:off x="84582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8458200" y="437083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date parsing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8458200" y="473659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Ordinal-suffix strip + year merge, cascading to NaT.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48640" y="5257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fill remaining unknowns and drop exact duplicates after cleaning.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 Attacks — Data Cleaning Practice   | 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56692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Activities Get Attacked Most?</a:t>
            </a:r>
            <a:endParaRPr lang="en-US" sz="2700" dirty="0"/>
          </a:p>
        </p:txBody>
      </p:sp>
      <p:pic>
        <p:nvPicPr>
          <p:cNvPr id="5" name="Image 1" descr="chart_top_activit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1064240" cy="4846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 Attacks — Data Cleaning Practice   | 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E85D04"/>
          </a:solidFill>
          <a:ln/>
        </p:spPr>
      </p:sp>
      <p:pic>
        <p:nvPicPr>
          <p:cNvPr id="3" name="Image 0" descr="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56692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...But Which Are Actually the Most Fatal?</a:t>
            </a:r>
            <a:endParaRPr lang="en-US" sz="2700" dirty="0"/>
          </a:p>
        </p:txBody>
      </p:sp>
      <p:pic>
        <p:nvPicPr>
          <p:cNvPr id="5" name="Image 1" descr="chart_fatality_r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1064240" cy="4846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 Attacks — Data Cleaning Practice   | 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E85D04"/>
          </a:solidFill>
          <a:ln/>
        </p:spPr>
      </p:sp>
      <p:pic>
        <p:nvPicPr>
          <p:cNvPr id="3" name="Image 0" descr="icon_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56692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Biggest Obstacle Wasn't Technical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A3550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read of the data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1945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1,158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68680" y="31546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surfing attacks — the most of any activity.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conclusion: "surfing is the riskiest activity."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E85D04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fatality rate showed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0" y="21945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5.9%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6583680" y="31546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surfing attacks are fatal — the lowest of any common activity. Swimming (36%) and bathing (47%) are far more severe.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"most attacks" and "most risk" are not the same metric — validating a hypothesis means picking the metric that actually answers the business question, not the first one the data hands you.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56692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Insights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73152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supported, with a nuance — activity does predict risk, but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"risk" means severity, not incident count.
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insurer: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"water sports" rate overcharges surfers (high frequency, low severity) and undercharges swimmers/bathers (low frequency, high severity). Price by activity, not by category.
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applies to: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surf/dive tour company deciding where and what to operate.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138160" y="1554480"/>
            <a:ext cx="3474720" cy="2377440"/>
          </a:xfrm>
          <a:prstGeom prst="roundRect">
            <a:avLst>
              <a:gd name="adj" fmla="val 4615"/>
            </a:avLst>
          </a:prstGeom>
          <a:solidFill>
            <a:srgbClr val="F4F8FA"/>
          </a:solidFill>
          <a:ln/>
        </p:spPr>
      </p:sp>
      <p:sp>
        <p:nvSpPr>
          <p:cNvPr id="7" name="Text 4"/>
          <p:cNvSpPr/>
          <p:nvPr/>
        </p:nvSpPr>
        <p:spPr>
          <a:xfrm>
            <a:off x="8366760" y="1691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66760" y="205740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~28% rows have a usable age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 of dates parsed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claim-cost data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project, not a pricing model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 Attacks — Data Cleaning Practice   | 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21031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icon_sh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0700" y="23088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40080" y="3977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 Attacks: Pricing Risk by Activity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github.com/aroaxinping/shark-attack-risk-analysis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Aroa   ·   Ironhack Data Analytics Bootcamp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2026-07-28T14:58:15Z</dcterms:created>
  <dcterms:modified xsi:type="dcterms:W3CDTF">2026-07-28T14:58:15Z</dcterms:modified>
</cp:coreProperties>
</file>